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Asthia vs concurrents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fonctionnelle — facturation + déclaration URSSAF pour auto-entrepreneurs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Fonctionnalité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Asthia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Facturation Factur-X / PDF/A-3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Déclaration URSSAF (API TDAE)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Devis &amp; avoirs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 personnalisé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Adresse mail dédiée @asthia.fr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Messagerie in-app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paiements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Banque pro intégrée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mobile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Récup auto factures fournisseurs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d'entrée /mois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définir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 à 5 €)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11,99 €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9,90 €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9,99 €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Différenciateurs uniques d'Asthia : adresse mail @asthia.fr personnelle pour chaque utilisateur + messagerie in-app intégrée — aucun concurrent ne propose ces fonctionnalités.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infrastructure annuel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Supabase + Resend + Mistral + OVH — selon le nombre d'utilisateurs actifs (hors frais SAS et marketing)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554480"/>
                <a:gridCol w="1554480"/>
                <a:gridCol w="1463040"/>
                <a:gridCol w="128016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annuel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~785 €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~1 620 €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1 430 €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~2 300 €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3 850 €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~5 840 €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1 650 €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6 600 €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~10 240 €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3 300 €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1 650 €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16 500 €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2 750 €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~24 210 €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6 600 €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2 750 €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30 800 €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5 500 €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~45 660 €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13 200 €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4 400 €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60 500 €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11 000 €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~89 110 €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Coût marginal moyen : ~0,90 € par utilisateur et par an. Resend est le poste dominant (envoi d'emails facturé au volume).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 prioritaires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secteurs adressables au lancement — environ 1,4 million d'auto-entrepreneurs en France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508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898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Digital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43400" y="13898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~650 000 AE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 web/mobile  ·  Designers UI/UX  ·  Designers graphiques  ·  Marketing/SEO/SEA  ·  Rédacteurs web &amp; copywriters  ·  Traducteurs  ·  Consultants tech &amp; data  ·  Community managers  ·  Photographes pro  ·  Vidéastes &amp; motion designers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5352" y="1280160"/>
            <a:ext cx="548640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280160"/>
            <a:ext cx="73152" cy="15087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3898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&amp; Bien-être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31552" y="13898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~105 000 AE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73952" y="1783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Sophrologues  ·  Ostéopathes  ·  Naturopathes  ·  Hypnothérapeutes  ·  Magnétiseurs &amp; énergéticiens  ·  Réflexologues  ·  Praticiens shiatsu  ·  Acupuncteurs  ·  Diététiciens libéraux  ·  Coachs en méditation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98648"/>
            <a:ext cx="548640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98648"/>
            <a:ext cx="73152" cy="1508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0837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&amp; Fitness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43400" y="30083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~66 000 AE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40156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Coachs sportifs personnels  ·  Profs de yoga  ·  Profs de pilates  ·  Coachs CrossFit  ·  Préparateurs physiques  ·  Coachs running &amp; triathlon  ·  Coachs nutrition sportive  ·  Profs d'arts martiaux  ·  Maîtres-nageurs en libéral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5352" y="2898648"/>
            <a:ext cx="548640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5352" y="2898648"/>
            <a:ext cx="73152" cy="150876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00837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&amp; Formation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31552" y="30083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~200 000 AE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73952" y="340156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 stratégie &amp; RH  ·  Coachs professionnels  ·  Formateurs CPF  ·  Conférenciers &amp; speakers  ·  Recruteurs freelance  ·  Consultants juridiques light  ·  Mentors business  ·  Auditeurs indépendants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517136"/>
            <a:ext cx="548640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517136"/>
            <a:ext cx="73152" cy="1508760"/>
          </a:xfrm>
          <a:prstGeom prst="rect">
            <a:avLst/>
          </a:prstGeom>
          <a:solidFill>
            <a:srgbClr val="A16207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62686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Artisanat &amp; BTP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43400" y="462686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~400 000 AE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5020056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Plombiers  ·  Électriciens  ·  Peintres en bâtiment  ·  Menuisiers &amp; ébénistes  ·  Maçons  ·  Carreleurs  ·  Couvreurs  ·  Plaquistes  ·  Jardiniers &amp; paysagistes  ·  Climaticiens  ·  Serruriers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45352" y="4517136"/>
            <a:ext cx="5486400" cy="1508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0" name="Text 28"/>
          <p:cNvSpPr/>
          <p:nvPr/>
        </p:nvSpPr>
        <p:spPr>
          <a:xfrm>
            <a:off x="6473952" y="470001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adressable phase 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73952" y="506577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~1 420 000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auto-entrepreneurs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73952" y="566013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~70 % du marché total AE en France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Stratégie : commencer par Tech &amp; Digital + Sport &amp; Fitness (audiences digitales captives), puis Santé &amp; Bien-être, puis BTP avec l'app mobile.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 d'expansion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secteurs complémentaires à ouvrir en phase 2-3 — environ 215 000 AE adressables supplémentaires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219456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898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Beauté &amp; Soins à la personne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43400" y="13898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~40 000 AE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Coiffeuses à domicile  ·  Esthéticiennes à domicile  ·  Maquilleuses pro (mariages, événements)  ·  Manucures à domicile  ·  Masseuses bien-être  ·  Coachs en image  ·  Conseillères en image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5352" y="1280160"/>
            <a:ext cx="548640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280160"/>
            <a:ext cx="73152" cy="219456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3898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&amp; Communication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31552" y="13898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~50 000 AE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73952" y="178308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Photographes mariage / événement  ·  Vidéastes événement  ·  Wedding planners  ·  Décorateurs d'intérieur  ·  Illustrateurs  ·  Auteurs &amp; écrivains  ·  Musiciens  ·  DJs  ·  Régisseurs son &amp; lumière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548640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57600"/>
            <a:ext cx="73152" cy="21945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76732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 &amp; Formation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43400" y="37673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~80 000 AE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16052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Profs particuliers (maths, langues, sciences)  ·  Coachs scolaires  ·  Profs de musique &amp; chant  ·  Profs de langues étrangères  ·  Animateurs ateliers créatifs  ·  Coachs vocaux  ·  Profs de danse  ·  Animateurs périscolaires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5352" y="3657600"/>
            <a:ext cx="548640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5352" y="3657600"/>
            <a:ext cx="73152" cy="2194560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76732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aux animaux &amp; food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31552" y="37673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~45 000 AE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73952" y="416052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Toiletteurs animaliers  ·  Comportementalistes canins  ·  Promeneurs &amp; pet sitters  ·  Éducateurs canins  ·  Naturopathes animaliers  ·  Traiteurs événementiels  ·  Chefs à domicile  ·  Animateurs ateliers cuisine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Quand ouvrir : ces secteurs deviennent prioritaires une fois l'app mobile mature et la marque Asthia établie sur les cibles principales.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2026-05-09T11:01:56Z</dcterms:created>
  <dcterms:modified xsi:type="dcterms:W3CDTF">2026-05-09T11:01:56Z</dcterms:modified>
</cp:coreProperties>
</file>